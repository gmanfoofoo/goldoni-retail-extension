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10698480" cy="254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C8A25C"/>
                </a:solidFill>
                <a:latin typeface="Georgia"/>
              </a:defRPr>
            </a:pPr>
            <a:r>
              <a:t>Dein Essen. Deine Küche.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5F0E6"/>
                </a:solidFill>
                <a:latin typeface="Georgia"/>
              </a:defRPr>
            </a:pPr>
            <a:r>
              <a:t>Nur ein Kanal mehr.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25C"/>
                </a:solidFill>
                <a:latin typeface="Georgia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  <a:r>
              <a:t>Montags und dienstags steht deine Küche still.</a:t>
            </a: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  <a:r>
              <a:t>Die Idee: an diesen Tagen Lasagne, Ragù, Sugo, Parmigiana</a:t>
            </a: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  <a:r>
              <a:t>vakuumieren — zum Mitnehmen, über Wolt, zum Vorbestellen.</a:t>
            </a: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  <a:r>
              <a:t>Fünf bis acht Tage haltbar im Kühlschrank, dein Name drauf.</a:t>
            </a: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  <a:r>
              <a:t>Kein neues Restaurant. Deine Rezepte, deine Küche,</a:t>
            </a: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  <a:r>
              <a:t>dein Vakuumierer — nur ein größerer, der auch Serien schafft.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25C"/>
                </a:solidFill>
                <a:latin typeface="Georgia"/>
              </a:defRPr>
            </a:pPr>
            <a:r>
              <a:t>Der erste Schritt kostet nichts.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  <a:r>
              <a:t>Als IHK-Mitglied hast du Anspruch auf eine</a:t>
            </a: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  <a:r>
              <a:t>kostenlose Erstberatung. Ein Fachmann kommt,</a:t>
            </a: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  <a:r>
              <a:t>schaut sich den Plan an, sagt dir, was geht und was nicht.</a:t>
            </a: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</a:p>
          <a:p>
            <a:pPr>
              <a:spcAft>
                <a:spcPts val="1056"/>
              </a:spcAft>
              <a:defRPr sz="2200" b="1">
                <a:solidFill>
                  <a:srgbClr val="F5F0E6"/>
                </a:solidFill>
                <a:latin typeface="Georgia"/>
              </a:defRPr>
            </a:pPr>
            <a:r>
              <a:t>Ich komme mit, ich bereite alles vor.</a:t>
            </a: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  <a:r>
              <a:t>Danach weißt du, ob der Weg frei ist —</a:t>
            </a:r>
          </a:p>
          <a:p>
            <a:pPr>
              <a:spcAft>
                <a:spcPts val="1056"/>
              </a:spcAft>
              <a:defRPr sz="2200" b="1">
                <a:solidFill>
                  <a:srgbClr val="F5F0E6"/>
                </a:solidFill>
                <a:latin typeface="Georgia"/>
              </a:defRPr>
            </a:pPr>
            <a:r>
              <a:t>bevor du einen Cent ausgibst.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25C"/>
                </a:solidFill>
                <a:latin typeface="Georgia"/>
              </a:defRPr>
            </a:pPr>
            <a:r>
              <a:t>Was es bringt.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  <a:r>
              <a:t>Pro Portion bleiben dir 4 bis 7 € hängen.</a:t>
            </a: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  <a:r>
              <a:t>Bei 50 Stück pro Woche sind das</a:t>
            </a:r>
          </a:p>
          <a:p>
            <a:pPr>
              <a:spcAft>
                <a:spcPts val="1056"/>
              </a:spcAft>
              <a:defRPr sz="2200" b="1">
                <a:solidFill>
                  <a:srgbClr val="F5F0E6"/>
                </a:solidFill>
                <a:latin typeface="Georgia"/>
              </a:defRPr>
            </a:pPr>
            <a:r>
              <a:t>über 4.000 € im Jahr —</a:t>
            </a: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  <a:r>
              <a:t>aus zwei Tagen, an denen die Küche sonst kalt bleibt.</a:t>
            </a: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  <a:r>
              <a:t>Falls es gut läuft, das Doppelte.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25C"/>
                </a:solidFill>
                <a:latin typeface="Georgia"/>
              </a:defRPr>
            </a:pPr>
            <a:r>
              <a:t>Was es kostet.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  <a:r>
              <a:t>Insgesamt rund 6.000 € — aber in Stufen,</a:t>
            </a: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  <a:r>
              <a:t>nicht auf einen Schlag.</a:t>
            </a: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  <a:r>
              <a:t>Erst nach dem IHK-Check und dem Vetamt-Termin</a:t>
            </a: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  <a:r>
              <a:t>kommt die erste echte Ausgabe.</a:t>
            </a: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  <a:r>
              <a:t>Und es gibt staatliche Zuschüsse, die einen Teil</a:t>
            </a: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  <a:r>
              <a:t>davon zurückbringen können.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25C"/>
                </a:solidFill>
                <a:latin typeface="Georgia"/>
              </a:defRPr>
            </a:pPr>
            <a:r>
              <a:t>Was du tun musst.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  <a:r>
              <a:t>Sieben kurze Sachen — ein Anruf beim Vetamt,</a:t>
            </a: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  <a:r>
              <a:t>Kasse prüfen, ein paar Mails verschicken.</a:t>
            </a: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</a:p>
          <a:p>
            <a:pPr>
              <a:spcAft>
                <a:spcPts val="1056"/>
              </a:spcAft>
              <a:defRPr sz="2200" b="1">
                <a:solidFill>
                  <a:srgbClr val="F5F0E6"/>
                </a:solidFill>
                <a:latin typeface="Georgia"/>
              </a:defRPr>
            </a:pPr>
            <a:r>
              <a:t>Alles zusammen ein halber Tag.</a:t>
            </a:r>
          </a:p>
          <a:p>
            <a:pPr>
              <a:spcAft>
                <a:spcPts val="1056"/>
              </a:spcAft>
              <a:defRPr sz="2200" b="1">
                <a:solidFill>
                  <a:srgbClr val="F5F0E6"/>
                </a:solidFill>
                <a:latin typeface="Georgia"/>
              </a:defRPr>
            </a:pPr>
            <a:r>
              <a:t>Den Rest mache ich.</a:t>
            </a: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  <a:r>
              <a:t>Erst testen wir zwei Wochen nur mit Stammgästen.</a:t>
            </a: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  <a:r>
              <a:t>Wenn es nicht läuft, wissen wir's früh genug.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25C"/>
                </a:solidFill>
                <a:latin typeface="Georgia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52"/>
              </a:spcAft>
              <a:defRPr sz="2400" b="0">
                <a:solidFill>
                  <a:srgbClr val="F5F0E6"/>
                </a:solidFill>
                <a:latin typeface="Georgia"/>
              </a:defRPr>
            </a:pPr>
          </a:p>
          <a:p>
            <a:pPr>
              <a:spcAft>
                <a:spcPts val="1152"/>
              </a:spcAft>
              <a:defRPr sz="2400" b="1">
                <a:solidFill>
                  <a:srgbClr val="F5F0E6"/>
                </a:solidFill>
                <a:latin typeface="Georgia"/>
              </a:defRPr>
            </a:pPr>
            <a:r>
              <a:t>German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474720"/>
            <a:ext cx="9418320" cy="1828800"/>
          </a:xfrm>
          <a:prstGeom prst="rect">
            <a:avLst/>
          </a:prstGeom>
          <a:solidFill>
            <a:srgbClr val="3A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3657600"/>
            <a:ext cx="8869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